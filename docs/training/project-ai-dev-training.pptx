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5160" y="0"/>
            <a:ext cx="2148840" cy="514350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0"/>
            <a:ext cx="411480" cy="5143500"/>
          </a:xfrm>
          <a:prstGeom prst="rect">
            <a:avLst/>
          </a:prstGeom>
          <a:solidFill>
            <a:srgbClr val="6F90FF">
              <a:alpha val="88000"/>
            </a:srgbClr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0" y="658368"/>
            <a:ext cx="1097280" cy="10972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1920240"/>
            <a:ext cx="658368" cy="6583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3154680"/>
            <a:ext cx="1417320" cy="141732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875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MES 项目基座与 AI 协作开发介绍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84708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6FF"/>
                </a:solidFill>
              </a:rPr>
              <a:t>面向继续接手本项目的同事：先看懂这套项目现在有什么、还能怎么扩、怎么和 AI 一起做。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" y="24871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Base +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7357A"/>
          </a:solidFill>
          <a:ln w="12700">
            <a:solidFill>
              <a:srgbClr val="2735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154680"/>
            <a:ext cx="82296" cy="105156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319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MODULE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3538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" y="399592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F"/>
                </a:solidFill>
              </a:rPr>
              <a:t>平台底座与系统管理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42032" y="31546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7357A"/>
          </a:solidFill>
          <a:ln w="12700">
            <a:solidFill>
              <a:srgbClr val="2735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2032" y="3154680"/>
            <a:ext cx="82296" cy="105156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319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MODULE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538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399592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AE7FF"/>
                </a:solidFill>
              </a:rPr>
              <a:t>销售示范业务域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98264" y="31546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7357A"/>
          </a:solidFill>
          <a:ln w="12700">
            <a:solidFill>
              <a:srgbClr val="27357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8264" y="3154680"/>
            <a:ext cx="82296" cy="105156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319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MODULE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35387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99432" y="3995928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F"/>
                </a:solidFill>
              </a:rPr>
              <a:t>生产执行示范业务域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" y="46177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0FF"/>
                </a:solidFill>
              </a:rPr>
              <a:t>适用对象：需要理解项目、借助 AI 持续开发与扩展本仓库的同事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PROJECT STAGE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项目目标与当前阶段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先别急着看代码。先知道这套项目是干嘛的、已经做到哪、哪些还没做。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47088"/>
            <a:ext cx="7626096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847088"/>
            <a:ext cx="82296" cy="1042416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11680"/>
            <a:ext cx="7306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231136"/>
            <a:ext cx="7306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这套基座要解决什么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688336"/>
            <a:ext cx="7306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先把登录、菜单、权限、增删改查和验证流程这些常用底子搭好，后面做新模块时就不用每次重来。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" y="3246120"/>
            <a:ext cx="23774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246120"/>
            <a:ext cx="82296" cy="144475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107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STAGE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301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现在做到哪一步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08736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基座已经搭好了。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销售和生产两条示例链也能跑。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现在重点是继续扩功能。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246120" y="3246120"/>
            <a:ext cx="23774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3246120"/>
            <a:ext cx="82296" cy="144475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34107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LIVE NOW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36301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现在已经能用的部分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47288" y="408736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system / sales / production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这三块已经接进前后端、菜单和权限。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870448" y="3246120"/>
            <a:ext cx="23774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70448" y="3246120"/>
            <a:ext cx="82296" cy="144475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34107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NOT YET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71616" y="36301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现在还别误会的部分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071616" y="408736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42557A"/>
                </a:solidFill>
              </a:rPr>
              <a:t>task / planning / process / quality 还没正式启用。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2557A"/>
                </a:solidFill>
              </a:rPr>
              <a:t>现在不是“全部做完”，而是“能继续扩”。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TECH STACK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这套项目现在用什么技术栈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先知道前端、后端、验证各自用什么，后面看代码时才不容易发懵。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207008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FRONTEND STACK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前端这一侧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42557A"/>
                </a:solidFill>
              </a:rPr>
              <a:t>Vue 3 + TypeScript + Vite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42557A"/>
                </a:solidFill>
              </a:rPr>
              <a:t>Pinia + Vue Router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42557A"/>
                </a:solidFill>
              </a:rPr>
              <a:t>Element Plus + Axios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207008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BACKEND STACK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后端这一侧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FastAPI + PostgreSQL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登录权限、JWT 和演示数据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router / service / repository 分层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8368" y="3310128"/>
            <a:ext cx="36576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310128"/>
            <a:ext cx="82296" cy="1133856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747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DEV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69417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开发和生成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4151376"/>
            <a:ext cx="3337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42557A"/>
                </a:solidFill>
              </a:rPr>
              <a:t>前端 / 后端 / 全栈三类脚手架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2557A"/>
                </a:solidFill>
              </a:rPr>
              <a:t>用来先把模块骨架起出来。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590288" y="3310128"/>
            <a:ext cx="36576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310128"/>
            <a:ext cx="82296" cy="1133856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4747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VERIFY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69417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验证和交付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4151376"/>
            <a:ext cx="3337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42557A"/>
                </a:solidFill>
              </a:rPr>
              <a:t>Python 语法、单测、type-check、构建、baseline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42557A"/>
                </a:solidFill>
              </a:rPr>
              <a:t>用来统一验收，不靠感觉说“做完了”。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914400" y="4608576"/>
            <a:ext cx="7315200" cy="256032"/>
          </a:xfrm>
          <a:prstGeom prst="roundRect">
            <a:avLst>
              <a:gd name="adj" fmla="val 17857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4681728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一句话：前端做页面，后端管权限和数据，脚手架起步，baseline 验收。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BASELINE CAPABILITIES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项目基座已经提供了什么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换句话说：很多底层活已经有人替你搭好了。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83664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83664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CAPABILITY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2677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统一布局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2724912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页面框架、导航和移动端抽屉都已经有。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82112" y="1883664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883664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CAPABILITY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2677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登录与权限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724912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登录、角色、菜单权限和页面拦截都已经接好。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9864" y="1883664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9864" y="1883664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20482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CAPABILITY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71032" y="22677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本地后端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71032" y="2724912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本地就能跑 FastAPI + PostgreSQL，不用先找远程环境。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310128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310128"/>
            <a:ext cx="82296" cy="123444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474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CAPABILITY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" y="36941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CRUD 样板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列表、搜索、分页、弹窗表单这些常见写法可以直接复用。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72968" y="3310128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3310128"/>
            <a:ext cx="82296" cy="123444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3474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CAPABILITY 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74136" y="36941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脚手架与 registry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74136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新模块有标准生成入口，不用复制旧代码硬拼。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51576" y="3310128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51576" y="3310128"/>
            <a:ext cx="82296" cy="123444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52744" y="3474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CAPABILITY 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52744" y="36941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Baseline 验证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52744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改完可以统一检查，减少把基座改坏的风险。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CURRENT STATE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这个仓库现在到底是什么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这页专门纠正旧印象：不要再把它当成“老示例仓库”。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118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208483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OLD IMPRESSION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最容易带错的旧印象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291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它只是老的系统管理示例仓库。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菜单能看到，不代表业务真的跑得起来。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新功能主要靠复制旧代码去拼。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72000" y="1847088"/>
            <a:ext cx="3675888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47088"/>
            <a:ext cx="82296" cy="208483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011680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REAL POSITION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2231136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现在更接近的真实定位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3168" y="2688336"/>
            <a:ext cx="33558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它已经是一套可继续扩展的业务系统基座。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system / sales / production 已经接进前后端、菜单和权限。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新增功能默认应该走脚手架、注册点和 baseline。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70432" y="411480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6736" y="4206240"/>
            <a:ext cx="164592" cy="16459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19709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9856" y="411480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4206240"/>
            <a:ext cx="164592" cy="164592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419709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411480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5584" y="4206240"/>
            <a:ext cx="164592" cy="164592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419709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4553712"/>
            <a:ext cx="7223760" cy="420624"/>
          </a:xfrm>
          <a:prstGeom prst="roundRect">
            <a:avLst>
              <a:gd name="adj" fmla="val 13043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70001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结论：要以当前代码和启用配置为准，不要再以旧印象来理解这个仓库。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SYSTEM MAP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系统地图：前端、后端、验证各管什么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只记一句话：页面在前端，权限和数据在后端，验证负责兜底。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65376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65376"/>
            <a:ext cx="82296" cy="196596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2996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49424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前端负责你看到和点到的东西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706624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页面、表格、表单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页面跳转和菜单显示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登录后的页面状态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这个页面前端这边让不让进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1865376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865376"/>
            <a:ext cx="82296" cy="196596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202996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57016" y="2249424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后端负责系统认不认、给不给数据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57016" y="2706624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菜单树和权限码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角色到底能看哪些菜单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业务接口和模块路由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初始化演示数据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1865376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865376"/>
            <a:ext cx="82296" cy="196596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02996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VERIFY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249424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验证负责最后兜底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54496" y="2706624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Python 能不能正常跑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后端公共能力有没有被改坏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接口能不能正常通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• 前端类型和构建能不能过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80160" y="4160520"/>
            <a:ext cx="6583680" cy="420624"/>
          </a:xfrm>
          <a:prstGeom prst="roundRect">
            <a:avLst>
              <a:gd name="adj" fmla="val 10870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4242816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一个功能打不开，常见不是页面写错，而是前后端和权限这条线没有对上。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BASE LAYERS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这个基座其实分成 5 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后面新模块能接得快，不是因为 AI 会“魔法生成”，而是这些公共层已经先搭好了。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810512"/>
            <a:ext cx="7360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10512"/>
            <a:ext cx="109728" cy="50292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63F5"/>
                </a:solidFill>
              </a:rPr>
              <a:t>LAYER 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190195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页面壳和导航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90195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2557A"/>
                </a:solidFill>
              </a:rPr>
              <a:t>统一布局、侧边菜单、顶部栏、移动端容器。新页面不用从头搭外框。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41248" y="2423160"/>
            <a:ext cx="7360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423160"/>
            <a:ext cx="109728" cy="50292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5237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7FFF"/>
                </a:solidFill>
              </a:rPr>
              <a:t>LAYER 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登录和权限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51460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2557A"/>
                </a:solidFill>
              </a:rPr>
              <a:t>登录态、角色、菜单权限、页面拦截。很多“能不能进页面”的判断已经在基座里。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41248" y="3035808"/>
            <a:ext cx="7360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035808"/>
            <a:ext cx="109728" cy="50292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1363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90FF"/>
                </a:solidFill>
              </a:rPr>
              <a:t>LAYER 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312724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前端公共能力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12724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2557A"/>
                </a:solidFill>
              </a:rPr>
              <a:t>request、store、通用表格表单、CRUD 写法。做页面时通常只补业务字段和交互。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41248" y="3648456"/>
            <a:ext cx="7360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3648456"/>
            <a:ext cx="109728" cy="50292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74904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63F5"/>
                </a:solidFill>
              </a:rPr>
              <a:t>LAYER 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0" y="373989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后端公共能力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7398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2557A"/>
                </a:solidFill>
              </a:rPr>
              <a:t>应用启动、数据库、菜单树、seed、router / service / repository 这些骨架已经在。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41248" y="4261104"/>
            <a:ext cx="7360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261104"/>
            <a:ext cx="109728" cy="50292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6168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7FFF"/>
                </a:solidFill>
              </a:rPr>
              <a:t>LAYER 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4352544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生成和验证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43525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2557A"/>
                </a:solidFill>
              </a:rPr>
              <a:t>scaffold、registry、baseline。新模块按固定入口生成，改完按固定方式验。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FRONTEND BASE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前端基座已经替你做好哪些事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如果你主要做前端，很多常用能力已经在，不是从空白页面开始。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FRONTEND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路由和页面拦截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页面入口、默认跳转、未授权拦截、已启用模块过滤，这些规则都已经有。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FRONTEND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菜单和布局容器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主布局、侧栏、顶部区域、移动端抽屉，以及后端菜单回退机制都已经有。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FRONTEND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统一请求和状态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42557A"/>
                </a:solidFill>
              </a:rPr>
              <a:t>request 封装、token 注入、错误处理、userStore、menuStore 这些公共逻辑不用重写。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FRONTEND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通用页面写法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42557A"/>
                </a:solidFill>
              </a:rPr>
              <a:t>列表、搜索、分页、弹窗表单、类型定义、store 模式都有现成参考。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960120" y="4480560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581144"/>
            <a:ext cx="6766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大多数前端新增页，不是从零做页面，而是在这套公共写法上把业务字段和交互补完整。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BACKEND BASE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后端基座已经替你做好哪些事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如果你主要做后端，也不是从空白 FastAPI 项目开始。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BACKEND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启动和安全基础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main.py、JWT、密码哈希、CORS、环境加载这些启动级能力已经有。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BACKEND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菜单和权限权威源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42557A"/>
                </a:solidFill>
              </a:rPr>
              <a:t>菜单树、角色菜单、permission 语义已经集中在后端，不需要每次重新发明一套。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BACKEND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数据初始化和演示数据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42557A"/>
                </a:solidFill>
              </a:rPr>
              <a:t>init_db、schema、seed、默认演示账号都已经在，方便本地联调和培训演示。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BACKEND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模块化后端结构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modules 目录、router / deps / service / repository 这一套分层结构已经定好。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" y="4480560"/>
            <a:ext cx="726948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581144"/>
            <a:ext cx="6784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大多数后端新增模块，重点不是重搭框架，而是在这套结构里补业务表、接口和服务逻辑。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BASE RULES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这套基座里，哪些规则已经固定下来了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这些不是“建议”，而是后面继续开发时默认要遵守的公共约定。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RED LINE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ID 和成功码别乱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42557A"/>
                </a:solidFill>
              </a:rPr>
              <a:t>ID 默认用 string；接口成功按 code = 0 或 200 处理。本地库统一走 PostgreSQL，否则前后端一对接就容易出怪问题。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RED LINE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权限四件套要一起改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route、menu、layout、permission 要一起改；前端 functionCode 要和后端 permission 对齐，少一处就可能“菜单有了但进不去”。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RED LINE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启用边界看 frameworkConfig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哪些业务域现在能用，以 frameworkConfig.ts 为准；没启用的前缀不要直接当正式入口用。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RED LINE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新增模块先 scaffold，再跑 baseline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seed 放 init_db；共享改动要跑 baseline；新增模块优先 scaffold，不要手工复制老模块。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60120" y="4480560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581144"/>
            <a:ext cx="6766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新功能能不能用，常常不是代码没写完，而是这四处没有一起改。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KEY FILES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新同事先认识哪些目录和关键文件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第一次接手别从头翻完整个仓库，先看这 6 处最值钱。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2880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933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RULES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6700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先知道项目规则和默认做法。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59536" y="22128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3355848" y="18288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828800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19933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BOUNDARY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57016" y="26700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先知道哪些业务域当前启用。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557016" y="22128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frameworkConfig.ts</a:t>
            </a:r>
            <a:endParaRPr lang="en-US" sz="1620" dirty="0"/>
          </a:p>
        </p:txBody>
      </p:sp>
      <p:sp>
        <p:nvSpPr>
          <p:cNvPr id="19" name="Shape 17"/>
          <p:cNvSpPr/>
          <p:nvPr/>
        </p:nvSpPr>
        <p:spPr>
          <a:xfrm>
            <a:off x="6053328" y="18288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3328" y="182880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9933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AUTHORITY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6700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先看后端菜单和权限从哪来。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254496" y="22128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menu.py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58368" y="32004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20040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33649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ENTRY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" y="40416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页面入口、跳转和拦截从这里查。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59536" y="35844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+ MainLayout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3355848" y="32004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3200400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3649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WORKFLOW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57016" y="40416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新增模块和交付验收从这里走。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3557016" y="35844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 + verify</a:t>
            </a:r>
            <a:endParaRPr lang="en-US" sz="1620" dirty="0"/>
          </a:p>
        </p:txBody>
      </p:sp>
      <p:sp>
        <p:nvSpPr>
          <p:cNvPr id="34" name="Shape 32"/>
          <p:cNvSpPr/>
          <p:nvPr/>
        </p:nvSpPr>
        <p:spPr>
          <a:xfrm>
            <a:off x="6053328" y="3200400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320040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336499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DOCS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54496" y="4041648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看培训材料、AI 协作说明和提示词模板。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6254496" y="358444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docs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DOMAIN DEMO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当前业务域在展示什么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把这三块先认熟，你后面才知道新功能该往哪里挂。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2359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28800"/>
            <a:ext cx="82296" cy="196596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93392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SYSTEM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1284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平台底座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267004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账户、角色、参数、菜单、日志这些基础管理能力。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你可以把它理解成“平台底子”。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2359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28800"/>
            <a:ext cx="82296" cy="196596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1993392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SALES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38728" y="221284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销售示例域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38728" y="267004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产品 -&gt; 报价 -&gt; 合同 -&gt; 回款 -&gt; 佣金。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它是在演示：这套基座能接一条完整业务链。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16752" y="1828800"/>
            <a:ext cx="2359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828800"/>
            <a:ext cx="82296" cy="196596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93392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21284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生产示例域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670048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工单 -&gt; 报工 -&gt; 入库 -&gt; 看板。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它是在演示：另一条业务线也能共用同一套底座。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4096512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33672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这三块不是为了展示页面好看，而是在告诉你：同一套底座可以继续接更多模块。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DAILY ENTRY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接手后的日常开发入口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先把现有系统跑通，再谈继续开发。这样最不容易把环境问题当成代码问题。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3911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6736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准备环境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6736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安装前端依赖、后端虚拟环境与 PostgreSQL 本地库。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8745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03911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48656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启动服务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48656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npm run dev / npm run backend:dev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31927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走通样例链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16736" y="35935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用 admin 登录，至少点通一条 sales 或 production 链路。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31927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48656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执行验证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48656" y="35935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统一执行：bash scripts/verify_framework_baseline.sh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4370832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5445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3F5"/>
                </a:solidFill>
              </a:rPr>
              <a:t>建议默认顺序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12848" y="4544568"/>
            <a:ext cx="5715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先确认“系统能跑”，再确认“现成流程能走”，最后再让 AI 接手具体任务。这样不容易把环境问题误判成代码 bug。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EXPANSION MODES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用这个基座继续开发，常见就是 4 类事情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你后面遇到的事，大多都能归到这 4 类。先分对类，AI 才好接手。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2880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2880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93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MODE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12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新增完整业务模块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7004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前后端都要加。标准做法是先走 fullstack scaffold。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0288" y="182880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28800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993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MODE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12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给现有模块补页面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7004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接口已经有了，只补列表、表单、详情或交互。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MODE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给现有模块补后端能力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页面已经有了，只补接口、权限、演示数据或后端结构。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MODE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修联动问题或做重构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重点不是某个页面，而是 route、menu、permission、registry、baseline 这一串。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97280" y="4480560"/>
            <a:ext cx="690372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4581144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761"/>
                </a:solidFill>
              </a:rPr>
              <a:t>记忆方式：整块新增先走脚手架，局部补强和排错就在现有结构上改。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EXPANSION PATH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标准扩展路径：从需求到交付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别急着开写。先把要挂哪里、怎么接进去、最后怎么验清楚。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47088"/>
            <a:ext cx="2331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11680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802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002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先定挂到哪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228600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先判断放到 system、sales 还是 production。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847088"/>
            <a:ext cx="2331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2011680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20802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002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再选怎么做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8600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决定用 fullstack、frontend、backend，还是在旧模块上改。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24144" y="1847088"/>
            <a:ext cx="2331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88736" y="2011680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20802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82512" y="20025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先把骨架搭出来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228600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先把目录、页面、接口和基础接线点生出来。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481328" y="310896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27355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33421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39696" y="32644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把该接的都接上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39696" y="354787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把 route、menu、permission、registry、seed、授权接齐。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24528" y="310896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327355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3421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82896" y="32644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再补真实业务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82896" y="354787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把字段、SQL、文案和真实逻辑换成正式内容。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691640" y="4343400"/>
            <a:ext cx="5806440" cy="402336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8528" y="444398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最后要能说清三件事：你改了什么、测了什么、还剩什么风险。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REAL EXAMPLE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真实扩展示例：新增一个质检报告模块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拿一个最像真实工作的例子，把整条扩展路径讲明白。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7452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3911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2029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先决定放哪块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3134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虽然叫质检，但现在先挂 production，不另开 quality 一级模块。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87452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03911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21608" y="2029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选择 fullstack scaffold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21608" y="23134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因为页面、接口、菜单、权限都要一起补。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9552" y="187452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24144" y="203911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0299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把参数先定清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3134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模块名、挂载位置、路由、功能码和权限码这些先定好。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06324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22783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9641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25296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先出骨架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25296" y="35021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先生成 view、api、type、store 和后端模块目录。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306324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322783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329641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21608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补齐接线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21608" y="35021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把 route、menu、permission、registry，再把 seed 和授权补上。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59552" y="306324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24144" y="322783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24144" y="329641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换成真实业务再验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35021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把占位字段和 SQL 换掉，再跑 baseline。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4069080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418795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3F5"/>
                </a:solidFill>
              </a:rPr>
              <a:t>AI 必填 5 项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993392" y="4151376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4224528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96F98"/>
                </a:solidFill>
              </a:rPr>
              <a:t>模块名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2066544" y="43708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quality_report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3255264" y="4151376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4224528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96F98"/>
                </a:solidFill>
              </a:rPr>
              <a:t>业务域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328416" y="43708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4517136" y="4151376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4224528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96F98"/>
                </a:solidFill>
              </a:rPr>
              <a:t>路由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4590288" y="43708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/production/quality-report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5779008" y="4151376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88736" y="4224528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96F98"/>
                </a:solidFill>
              </a:rPr>
              <a:t>功能码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852160" y="43708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production-quality-report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7040880" y="4151376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4224528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96F98"/>
                </a:solidFill>
              </a:rPr>
              <a:t>权限码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7114032" y="43708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SRS-FUNC-QUALITY-REPORT</a:t>
            </a:r>
            <a:endParaRPr lang="en-US" sz="730" dirty="0"/>
          </a:p>
        </p:txBody>
      </p:sp>
      <p:sp>
        <p:nvSpPr>
          <p:cNvPr id="56" name="Text 5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LINKAGE CHAIN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新功能接入，不是只改一个页面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一个功能真能用，通常不止改一个页面，而是下面这一串要一起动。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01952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901952"/>
            <a:ext cx="82296" cy="182880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66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前端接入 4 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2743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页面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菜单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布局过滤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47288" y="1901952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7288" y="1901952"/>
            <a:ext cx="82296" cy="182880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PERMISSION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48456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权限接入 3 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48456" y="27432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功能码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权限码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菜单授权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1888" y="1901952"/>
            <a:ext cx="23042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61888" y="1901952"/>
            <a:ext cx="82296" cy="182880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2066544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VERIFY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63056" y="2286000"/>
            <a:ext cx="198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收口验证 2 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63056" y="2743200"/>
            <a:ext cx="198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42557A"/>
                </a:solidFill>
              </a:rPr>
              <a:t>baseline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42557A"/>
                </a:solidFill>
              </a:rPr>
              <a:t>关键流程回归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42557A"/>
                </a:solidFill>
              </a:rPr>
              <a:t>baseline 就是共享基座的统一验收。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1188720" y="4133088"/>
            <a:ext cx="6720840" cy="347472"/>
          </a:xfrm>
          <a:prstGeom prst="roundRect">
            <a:avLst>
              <a:gd name="adj" fmla="val 13158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242816"/>
            <a:ext cx="6126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一个页面能打开，不代表这个功能已经真正接进系统。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AI ROLE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AI 在这个项目里应该扮演什么角色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在这个项目里，AI 更像能干活的工程搭子，不是自己拍板的产品经理。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28800"/>
            <a:ext cx="82296" cy="233172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993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适合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212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适合 AI 去做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" y="267004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先把当前仓库看明白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跑脚手架、补接线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排查路由、菜单、权限这类联动问题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帮你汇总改动和验证结果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28800"/>
            <a:ext cx="82296" cy="233172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993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不适合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2212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不要让 AI 这么做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73168" y="267004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不看规则和现状就直接改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绕开脚手架，直接往主文件里堆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不跑 baseline 就说做完了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• 把占位字段当成正式业务定义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AUTHORITY MODEL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谁说了算：AI 直接做、先确认、人工拍板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判断标准很简单：有现成规则的让 AI 做，没有唯一答案的先确认，会改业务含义的必须人定。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20240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20240"/>
            <a:ext cx="91440" cy="80467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2996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第一层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231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规则已经很明确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22585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像脚手架、接 registry、对齐 permission、跑 baseline，这些直接让 AI 做。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907792"/>
            <a:ext cx="91440" cy="80467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第二层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2186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大方向对，但有几种选法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94760" y="32461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比如挂 sales 还是 production、菜单怎么叫、字段要不要收缩，先让 AI 给建议。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895344"/>
            <a:ext cx="7589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895344"/>
            <a:ext cx="91440" cy="80467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0050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第三层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会改业务意思或系统边界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94760" y="423367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比如真实字段、表结构、一级模块、登录和权限主干，这种必须人拍板。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AI STARTUP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同事第一次让 AI 接手时，该怎么做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别一上来就说“帮我改”。先把项目规则和当前现状给 AI。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991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先读规则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404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AGENTS、CLAUDE、training、对应 skill。先让 AI 知道这套项目按什么规矩干活。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9659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213055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1991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41648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再读入口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41648" y="2404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frameworkConfig、router、MainLayout、menu.py。先给 AI 一张系统地图。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19659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4224" y="213055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21991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最后再给任务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404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说清要改什么、不要改什么、挂到哪里、做完怎么验。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99232" y="2377440"/>
            <a:ext cx="274320" cy="256032"/>
          </a:xfrm>
          <a:prstGeom prst="chevron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5584" y="2377440"/>
            <a:ext cx="274320" cy="256032"/>
          </a:xfrm>
          <a:prstGeom prst="chevron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5880" y="3611880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386791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一句话：先给 AI 地图，再给 AI 任务。这样结果会准很多。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SKILL BASICS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先认识 Skill：它到底是什么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这个词别想复杂。你就把它当成 AI 的固定工作办法。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WHAT IT 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你可以把它理解成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一份固定的工作说明书：先读什么、按什么顺序做、哪些步骤不能跳过。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WHY IT HELPS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它帮你省掉什么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不用每次都从头给 AI 讲规矩。不同同事接手时，也能让 AI 按同一套方法做事。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WHAT IT CONTAINS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里面一般会写什么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什么时候用、先看哪些文件、推荐步骤、默认验证、常见坑位和不能跳过的护栏。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WHAT IT IS NOT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Skill 不是魔法插件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它不会代替人来决定真实业务语义，也不会跳过项目现有的脚手架、权限和验证规则。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4462272"/>
            <a:ext cx="704088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4562856"/>
            <a:ext cx="6537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一句话记住：skill 的价值，不是让 AI 更会聊天，而是先让它按对的方法干活。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PROJECT SKILL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这个项目专用的 Skill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这不是给 AI 加一个新名词，而是让它按这套基座的工法做事。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00784"/>
            <a:ext cx="3090672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83080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universal-fullstack-framework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58368" y="2139696"/>
            <a:ext cx="23774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139696"/>
            <a:ext cx="82296" cy="1755648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WHEN TO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" y="25237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什么时候用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2980944"/>
            <a:ext cx="2057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新增模块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整理或重构基座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排查前后端联动问题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把 mock 或远程依赖换成本地实现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共享链路回归加固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39696"/>
            <a:ext cx="23774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39696"/>
            <a:ext cx="82296" cy="1755648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DEFAULT METHOD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84448" y="25237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它默认怎么干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84448" y="2980944"/>
            <a:ext cx="2057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先保护公共基座别改乱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先把路由、菜单、接口对齐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优先用脚手架和注册点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优先接本地 FastAPI + PostgreSQL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08192" y="2139696"/>
            <a:ext cx="23774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2139696"/>
            <a:ext cx="82296" cy="1755648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DEFAULT GUARDRAILS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5237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它默认盯什么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2980944"/>
            <a:ext cx="2057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functionCode 要对上 permission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route / menu / layout 要一起动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新增模块先做最小可用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共享改动优先跑 baseline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68680" y="4224528"/>
            <a:ext cx="74523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334256"/>
            <a:ext cx="6903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它不是替你决定业务，而是把“怎么沿着现有基座继续做”先写成 AI 必须遵守的流程。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SKILL FLOW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这个专属 Skill 用了以后，AI 会按什么顺序做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它不是“给 AI 加一个名字”而已，而是会让 AI 默认按这条顺序推进。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874520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03911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0299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先保住基座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313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先确认哪些是公共底座，尽量别为了新需求把主干改乱。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874520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203911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67328" y="20299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先对齐前后端合同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67328" y="2313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先看 route、menu、API、字段、返回格式是不是一一对应。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96128" y="1874520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03911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0299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优先接本地后端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23134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优先走 FastAPI + PostgreSQL + seed，而不是先靠 mock 顶着。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1546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3392" y="331927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87168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新增模块先用脚手架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前后端都要改时优先 fullstack scaffold，其次再拆 frontend / backend。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31927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最后统一验证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共享改动优先跑 baseline，再看 smoke 和关键流程有没有通过。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325880" y="4407408"/>
            <a:ext cx="649224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0" y="4507992"/>
            <a:ext cx="6035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所以用了这个 skill 以后，AI 正常不会一上来复制旧模块，也不会跳过验证直接说“已完成”。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SKILL GUARDRAILS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这个专属 Skill 会默认盯哪些风险和交付项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它不只是告诉 AI 怎么做，还会默认盯住一批最容易出问题的地方。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RISK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联动风险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dirty="0">
                <a:solidFill>
                  <a:srgbClr val="42557A"/>
                </a:solidFill>
              </a:rPr>
              <a:t>新增或移动模块时，route、menu、permission、layout 这些要一起检查，少一个都可能出问题。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RISK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数据和演示风险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seed 不是随便塞几条数据，而是要能支撑一整条业务链跑起来，别只在前端写假数据。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RISK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环境和依赖风险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42557A"/>
                </a:solidFill>
              </a:rPr>
              <a:t>像 python-multipart、端口占用、虚拟环境装错依赖，这些它都会当成默认检查点。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DELIVERY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交付时要说清什么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2557A"/>
                </a:solidFill>
              </a:rPr>
              <a:t>改了哪些文件、解决了什么问题、跑了哪些验证、结果如何、还剩哪些风险。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60120" y="4480560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581144"/>
            <a:ext cx="6766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你可以把这页理解成：这个 skill 不只教 AI 怎么写代码，还会逼它别漏检查、别漏说明。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CORE MECHANISM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 4 个词分别干什么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别把它们当术语背，直接记“各自解决什么问题”。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7452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39112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SKILL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58568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定做法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2715768"/>
            <a:ext cx="3264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2557A"/>
                </a:solidFill>
              </a:rPr>
              <a:t>告诉 AI 先看什么、先做什么、哪些步骤不能跳过。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590288" y="1874520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74520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39112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SCAFFOLD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58568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出骨架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91456" y="2715768"/>
            <a:ext cx="3264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42557A"/>
                </a:solidFill>
              </a:rPr>
              <a:t>先生成目录、页面、接口和基础接线点，避免手工乱拼。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4315968" y="2249424"/>
            <a:ext cx="201168" cy="256032"/>
          </a:xfrm>
          <a:prstGeom prst="chevron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182112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182112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346704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REGISTRY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356616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接系统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9536" y="4023360"/>
            <a:ext cx="3264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把新模块注册进路由、菜单和后端入口，让它真正出现在系统里。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0288" y="3182112"/>
            <a:ext cx="3584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3182112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346704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91456" y="356616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做验收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91456" y="4023360"/>
            <a:ext cx="3264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57A"/>
                </a:solidFill>
              </a:rPr>
              <a:t>确认共享基座没有被这次改动带坏，交付前统一收口。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15968" y="3557016"/>
            <a:ext cx="201168" cy="256032"/>
          </a:xfrm>
          <a:prstGeom prst="chevron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4498848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4608576"/>
            <a:ext cx="5138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一句话：先定做法，再出骨架，再接系统，最后验收。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SKILL TRANSLATION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把这份 Skill 翻成人话，可以怎么理解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把工程说明书翻成同事更容易听懂的中文版本。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28800"/>
            <a:ext cx="74797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38528"/>
            <a:ext cx="219456" cy="219456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11680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01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298448" y="1947672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先把基座稳住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27248" y="194767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2557A"/>
                </a:solidFill>
              </a:rPr>
              <a:t>先保住认证、系统管理、权限、日志和一条基础 CRUD，不要一上来就把主干改乱。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49808" y="2404872"/>
            <a:ext cx="74797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514600"/>
            <a:ext cx="219456" cy="219456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87752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02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298448" y="2523744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先把前后端对齐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27248" y="25237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2557A"/>
                </a:solidFill>
              </a:rPr>
              <a:t>先把前端 API 和后端接口一一对应，缺哪个补哪个，不要两边各猜各的。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49808" y="2980944"/>
            <a:ext cx="74797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90672"/>
            <a:ext cx="219456" cy="219456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16382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03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298448" y="3099816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优先走本地真实链路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27248" y="3099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2557A"/>
                </a:solidFill>
              </a:rPr>
              <a:t>remote / mock 能换就换，优先接本地 FastAPI + PostgreSQL + seed。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49808" y="3557016"/>
            <a:ext cx="74797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666744"/>
            <a:ext cx="219456" cy="219456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3989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04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298448" y="36758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统一开发写法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27248" y="367588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2557A"/>
                </a:solidFill>
              </a:rPr>
              <a:t>前端走统一 request / store / CRUD 模式，后端走模块化分层和注册机制。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749808" y="4133088"/>
            <a:ext cx="74797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242816"/>
            <a:ext cx="219456" cy="219456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315968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05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298448" y="4251960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小步扩展，小步验证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127248" y="425196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2557A"/>
                </a:solidFill>
              </a:rPr>
              <a:t>每次先做一段最小可用，做完就验，再继续往下做。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1051560" y="4718304"/>
            <a:ext cx="7040880" cy="256032"/>
          </a:xfrm>
          <a:prstGeom prst="roundRect">
            <a:avLst>
              <a:gd name="adj" fmla="val 17857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4791456"/>
            <a:ext cx="6583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761"/>
                </a:solidFill>
              </a:rPr>
              <a:t>一句话：先把底子稳住，再把前后端对齐，然后沿着本地真实链路一点点往外扩。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SKILL SCRIPTS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这个 Skill 会用到哪些主脚本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前面三个负责起骨架，最后一个负责验基座。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17043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FULLSTACK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scripts/scaffold_fullstack_module.py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42557A"/>
                </a:solidFill>
              </a:rPr>
              <a:t>同时生成前后端模块骨架，是标准新增模块时的默认入口。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17043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E2761"/>
                </a:solidFill>
              </a:rPr>
              <a:t>backend/scripts/scaffold_backend_module.py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2557A"/>
                </a:solidFill>
              </a:rPr>
              <a:t>只生成后端 module / router / service / repository，并写入后端路由注册表。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246120"/>
            <a:ext cx="82296" cy="117043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107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6301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</a:rPr>
              <a:t>scripts/scaffold_frontend_module.py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9536" y="4087368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42557A"/>
                </a:solidFill>
              </a:rPr>
              <a:t>只生成前端 types / api / view / store，并补 route / menu registry。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590288" y="3246120"/>
            <a:ext cx="3657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246120"/>
            <a:ext cx="82296" cy="117043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4107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6301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E2761"/>
                </a:solidFill>
              </a:rPr>
              <a:t>scripts/verify_framework_baseline.sh</a:t>
            </a:r>
            <a:endParaRPr lang="en-US" sz="1460" dirty="0"/>
          </a:p>
        </p:txBody>
      </p:sp>
      <p:sp>
        <p:nvSpPr>
          <p:cNvPr id="28" name="Text 26"/>
          <p:cNvSpPr/>
          <p:nvPr/>
        </p:nvSpPr>
        <p:spPr>
          <a:xfrm>
            <a:off x="4791456" y="4087368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2557A"/>
                </a:solidFill>
              </a:rPr>
              <a:t>统一 baseline 验收入口，会把编译、单测、HTTP smoke、type-check、build 串起来。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BASELINE FILES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baseline 里每个校验脚本分别在查什么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不是“随便跑个脚本”，而是在查骨架、注册、接口和交付链路。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10512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10512"/>
            <a:ext cx="91440" cy="566928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20240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backend/main.py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后端主入口语法检查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590288" y="1810512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1810512"/>
            <a:ext cx="91440" cy="566928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920240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test_backend_scaffold.py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后端脚手架生成与路由注册测试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58368" y="2505456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505456"/>
            <a:ext cx="91440" cy="566928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615184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test_frontend_scaffold.py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880" y="261518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前端脚手架、路由和菜单注册测试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4590288" y="2505456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2505456"/>
            <a:ext cx="91440" cy="566928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615184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test_fullstack_scaffold.py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261518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前后端一起生成时的联动测试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58368" y="320040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200400"/>
            <a:ext cx="91440" cy="566928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310128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test_menu_registry.py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31012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后端菜单注册并入菜单树测试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4590288" y="320040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3200400"/>
            <a:ext cx="91440" cy="566928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310128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test_router_registry.py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331012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后端路由注册动态挂载测试</a:t>
            </a:r>
            <a:endParaRPr lang="en-US" sz="890" dirty="0"/>
          </a:p>
        </p:txBody>
      </p:sp>
      <p:sp>
        <p:nvSpPr>
          <p:cNvPr id="33" name="Shape 31"/>
          <p:cNvSpPr/>
          <p:nvPr/>
        </p:nvSpPr>
        <p:spPr>
          <a:xfrm>
            <a:off x="658368" y="3895344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3895344"/>
            <a:ext cx="91440" cy="566928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4005072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test_http_smoke.py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68880" y="4005072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登录、菜单、refresh、基础接口 smoke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4590288" y="3895344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3895344"/>
            <a:ext cx="91440" cy="566928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005072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test_modular_routes.py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4005072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2557A"/>
                </a:solidFill>
              </a:rPr>
              <a:t>模块化 router 组合是否正常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914400" y="4681728"/>
            <a:ext cx="7315200" cy="256032"/>
          </a:xfrm>
          <a:prstGeom prst="roundRect">
            <a:avLst>
              <a:gd name="adj" fmla="val 17857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4754880"/>
            <a:ext cx="6766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2761"/>
                </a:solidFill>
              </a:rPr>
              <a:t>除此之外，verify 脚本最后还会继续跑前端 type-check 和 build-only。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SCAFFOLD ENTRY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新增模块时，先判断走哪条入口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先分清这次只改前端、只改后端，还是两边都改。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74520"/>
            <a:ext cx="82296" cy="201168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0391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ONLY 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258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backend scaffold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7157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只补后端模块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backend/scripts/scaffold_backend_module.py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8745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74520"/>
            <a:ext cx="82296" cy="201168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0391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ONLY 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38728" y="2258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frontend scaffold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38728" y="27157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只补前端页面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scripts/scaffold_frontend_module.py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8745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874520"/>
            <a:ext cx="82296" cy="201168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0391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FULLSTACK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258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fullstack scaffold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36208" y="27157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前后端一起补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2557A"/>
                </a:solidFill>
              </a:rPr>
              <a:t>scripts/scaffold_fullstack_module.py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198424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2057400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默认优先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17320" y="4187952"/>
            <a:ext cx="6355080" cy="438912"/>
          </a:xfrm>
          <a:prstGeom prst="roundRect">
            <a:avLst>
              <a:gd name="adj" fmla="val 12500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34256"/>
            <a:ext cx="5806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大多数标准新增功能，默认先选 fullstack scaffold，不要上来就复制旧模块。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BOUNDARIES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当前边界与不要误判的点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这页专门提醒：哪些看起来像“已经好了”，其实还没有。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MISJUDGMENT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看到 sales / production，不等于完整 MES 做完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它们是在演示这套基座怎么扩，不代表所有真实业务规则都已经定好了。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90288" y="184708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847088"/>
            <a:ext cx="82296" cy="1078992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0116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MISJUDGMENT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2311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菜单能看见，不等于权限一定正确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91456" y="2688336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还要继续看 functionCode、permission、allowedMenuIds 和页面拦截是不是都对上。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154680"/>
            <a:ext cx="82296" cy="1078992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MISJUDGMENT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脚手架生成完，不等于模块可以交付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生成出来的只是最小骨架；占位字段、文案、SQL、seed 都还要换成正式业务内容。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590288" y="3154680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154680"/>
            <a:ext cx="82296" cy="107899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31927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MISJUDGMENT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538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仓库里有 mock 文件，不等于当前默认走 mock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3337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42557A"/>
                </a:solidFill>
              </a:rPr>
              <a:t>现在培训和联调默认应该走本地 FastAPI + PostgreSQL + seed，不是走 mock。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32688" y="4480560"/>
            <a:ext cx="726948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581144"/>
            <a:ext cx="6784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E2761"/>
                </a:solidFill>
              </a:rPr>
              <a:t>拿不准当前边界时，先看 frameworkConfig.ts、router、menu.py 和 verify 结果，不要只凭感觉。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BASELINE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代码写完，不等于任务完成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页面能打开，只算开始；baseline 过了，才算能交。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3911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6736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先看 Python 语法和脚本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6736" y="231343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不过：一运行就会报 import 或脚本错误。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18745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03911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68496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确认后端公共能力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68496" y="231343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不过：脚手架、注册点和模块路由可能被带坏。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61888" y="18745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039112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1076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0256" y="2029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确认接口能通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0256" y="231343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不过：登录、菜单、refresh 和 CRUD 这条线会断。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2971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0552" y="313639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0552" y="32049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24328" y="3127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确认前端类型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24328" y="34107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不过：Vue / TS 类型会被这次改动带坏。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97180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313639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20497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3127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确认真实构建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34107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不过：页面能开，发布却过不了 build。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40280" y="4069080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4224528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统一入口：bash scripts/verify_framework_baseline.sh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STANDARD FLOW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和 AI 协作时的标准流程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这页不是讲模块怎么接，而是讲你和 AI 怎么配合不跑偏。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901952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066544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先说清任务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说清这次要做什么、不要改什么、验收到什么程度。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901952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2066544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67328" y="20574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先把规则喂给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67328" y="23408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先读 AGENTS、training 文档和对应 skill。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96128" y="1901952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066544"/>
            <a:ext cx="384048" cy="38404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351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0574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再让 AI 读现状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23408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先看当前启用边界、路由、菜单和关键入口。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1546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3392" y="3319272"/>
            <a:ext cx="384048" cy="38404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87168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再开始改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标准新增模块优先走 scaffold，局部问题再手工修改。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319272"/>
            <a:ext cx="384048" cy="38404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878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3310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最后要求验证和说明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57A"/>
                </a:solidFill>
              </a:rPr>
              <a:t>说清修改文件、验证结果和剩余风险。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TROUBLESHOOTING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常见问题从哪里开始查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先按固定顺序查，别一出问题就盯着页面代码猛改。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3675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874520"/>
            <a:ext cx="82296" cy="118872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03911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CASE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2258568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菜单不显示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" y="2715768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先看这个前缀有没有启用，再看后端菜单树和 registry 有没有接进去。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3675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74520"/>
            <a:ext cx="82296" cy="1188720"/>
          </a:xfrm>
          <a:prstGeom prst="rect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03911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FFF"/>
                </a:solidFill>
              </a:rPr>
              <a:t>CASE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2258568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页面被重定向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73168" y="2715768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先看 functionCode、permission、allowedMenuIds 这些权限相关的值有没有对上。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310128"/>
            <a:ext cx="3675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310128"/>
            <a:ext cx="82296" cy="1188720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74720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90FF"/>
                </a:solidFill>
              </a:rPr>
              <a:t>CASE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694176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模块生成后不完整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4151376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先确认脚手架是不是走对了，再把占位字段、文案和 SQL 换成真的。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3310128"/>
            <a:ext cx="367588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310128"/>
            <a:ext cx="82296" cy="1188720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474720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3F5"/>
                </a:solidFill>
              </a:rPr>
              <a:t>CASE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694176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验证失败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73168" y="4151376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2557A"/>
                </a:solidFill>
              </a:rPr>
              <a:t>先看卡在哪一步：Python、后端测试、接口、type-check 还是 build。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FFFF"/>
                </a:solidFill>
              </a:rPr>
              <a:t>PROMPT TEMPLATE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给 AI 一个“能干活”的任务描述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F98"/>
                </a:solidFill>
              </a:rPr>
              <a:t>想让 AI 真干活，至少把这 5 件事交代清楚。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47088"/>
            <a:ext cx="13533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965960"/>
            <a:ext cx="201168" cy="20116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0299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42416" y="19568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目标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2240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2557A"/>
                </a:solidFill>
              </a:rPr>
              <a:t>这次到底要做什么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231136" y="1847088"/>
            <a:ext cx="13533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0864" y="196596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20299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15184" y="19568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边界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9152" y="2240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2557A"/>
                </a:solidFill>
              </a:rPr>
              <a:t>哪些东西不要改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803904" y="1847088"/>
            <a:ext cx="13533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13632" y="1965960"/>
            <a:ext cx="201168" cy="201168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20299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87952" y="19568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挂载点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2240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2557A"/>
                </a:solidFill>
              </a:rPr>
              <a:t>挂到哪里，路由和功能码是什么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376672" y="1847088"/>
            <a:ext cx="13533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965960"/>
            <a:ext cx="201168" cy="201168"/>
          </a:xfrm>
          <a:prstGeom prst="ellipse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0299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0" y="19568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先读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2240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2557A"/>
                </a:solidFill>
              </a:rPr>
              <a:t>先读哪些规则和关键入口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949440" y="1847088"/>
            <a:ext cx="13533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7E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196596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2029968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33488" y="19568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验收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77456" y="22402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2557A"/>
                </a:solidFill>
              </a:rPr>
              <a:t>做完跑什么验证，要汇报什么结果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2907792"/>
            <a:ext cx="7818120" cy="1572768"/>
          </a:xfrm>
          <a:prstGeom prst="roundRect">
            <a:avLst>
              <a:gd name="adj" fmla="val 3488"/>
            </a:avLst>
          </a:prstGeom>
          <a:solidFill>
            <a:srgbClr val="1E2761"/>
          </a:solidFill>
          <a:ln w="12700">
            <a:solidFill>
              <a:srgbClr val="1E276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09067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90FF"/>
                </a:solidFill>
              </a:rPr>
              <a:t>可直接照抄的提示词开头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3346704"/>
            <a:ext cx="7269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请基于当前 MES 基座处理这个任务：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目标：新增 xxx 模块 / 修复 xxx 联动问题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边界：不要改登录主干，不要改未启用业务域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挂载点：放到 production，路由前缀 xxx，functionCode xxx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先读：AGENTS.md、frameworkConfig.ts、router、menu.py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验收：运行 baseline，并说明修改文件、验证结果和剩余风险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96128" y="426110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D7E2F5"/>
                </a:solidFill>
              </a:rPr>
              <a:t>参考：docs/training/ai-prompt-playbook.md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F63F5"/>
          </a:solidFill>
          <a:ln w="12700">
            <a:solidFill>
              <a:srgbClr val="2F63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0FF"/>
                </a:solidFill>
              </a:rPr>
              <a:t>结论与参考材料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这套项目不是从零写页面，而是沿着现有基座继续加东西。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8096" y="2267712"/>
            <a:ext cx="1591056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9572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9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59689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先定做法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2616" y="2267712"/>
            <a:ext cx="1591056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239572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0632" y="259689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先出骨架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17136" y="2267712"/>
            <a:ext cx="1591056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39572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7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259689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再接系统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91656" y="2267712"/>
            <a:ext cx="1591056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39572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2596896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最后验收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3429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E6FF"/>
                </a:solidFill>
              </a:rPr>
              <a:t>建议继续阅读：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• docs/training/ai-collaboration-guide.md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• docs/training/ai-prompt-playbook.md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• docs/training/framework-baseline-training.md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• docs/training/scaffold-registry-verify-training.md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320040"/>
            <a:ext cx="438912" cy="438912"/>
          </a:xfrm>
          <a:prstGeom prst="ellipse">
            <a:avLst/>
          </a:prstGeom>
          <a:solidFill>
            <a:srgbClr val="6F90FF"/>
          </a:solidFill>
          <a:ln w="12700">
            <a:solidFill>
              <a:srgbClr val="6F90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548640"/>
            <a:ext cx="201168" cy="20116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500000">
            <a:off x="7406640" y="438912"/>
            <a:ext cx="411480" cy="10972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MES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 项目基座与 AI 协作开发介绍</dc:title>
  <dc:subject>MES project AI collaboration overview</dc:subject>
  <dc:creator>OpenAI Codex</dc:creator>
  <cp:lastModifiedBy>OpenAI Codex</cp:lastModifiedBy>
  <cp:revision>1</cp:revision>
  <dcterms:created xsi:type="dcterms:W3CDTF">2026-03-20T05:10:54Z</dcterms:created>
  <dcterms:modified xsi:type="dcterms:W3CDTF">2026-03-20T05:10:54Z</dcterms:modified>
</cp:coreProperties>
</file>